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06F8C7-2841-49E0-8119-AE4281462B8E}">
  <a:tblStyle styleId="{1A06F8C7-2841-49E0-8119-AE4281462B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1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70284" y="2724150"/>
            <a:ext cx="11451431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Aplicaciones con Técnicas de IA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42937" y="3648075"/>
            <a:ext cx="10906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Unidad 4: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Transformación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Digital y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Inteligentes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1750"/>
            <a:ext cx="527685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71750"/>
            <a:ext cx="527685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71550" y="2962275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Introducción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3562350"/>
            <a:ext cx="449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Unidad 4 explora la convergencia de algoritmos avanzados con el mundo físico y digital. Analizamos cómo la IA permite a las máquinas interactuar, razonar y decidir.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2962275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Justificación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562350"/>
            <a:ext cx="449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integración de técnicas como Visión Artificial y PLN es crítica para la competitividad industrial actual, permitiendo niveles de eficiencia y precisión nunca antes vistos.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Introducción y Justificación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0287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00287"/>
            <a:ext cx="34861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00287"/>
            <a:ext cx="34861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803910" y="33289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Conceptos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76300" y="3929062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Integración de mecánica, electrónica y software. Se enfoca en la creación de agentes físicos autónomos.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575810" y="33289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8200" y="3929062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Industriales (brazos), de Servicio (asistencia), Médicos y de Exploración espacial.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347710" y="3328987"/>
            <a:ext cx="30403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IA en Robótica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0100" y="3929062"/>
            <a:ext cx="2895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Uso de aprendizaje reforzado para navegación y manipulación de objetos complejos.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6431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93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4.1 Robótica: Fundamentos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71525" y="581025"/>
            <a:ext cx="499062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Desarrollos Actuales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81025" y="1533525"/>
            <a:ext cx="51906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Humanoides y Cobots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2133600"/>
            <a:ext cx="4943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 2026, los robots humanoides han pasado de prototipos a asistentes reales en logística. La IA multimodal permite que comprendan órdenes verbales y gestos técnicos.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3133725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colaboración humano-robot (Cobots) se ha vuelto el estándar en manufactura de precisión.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057275" y="3195637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Conceptos Básicos: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Modelos inspirados en la biología, compuestos por capas de neuronas artificiales con pesos ajustables.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57275" y="3719512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Clasificación: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Redes Convolucionales (imágenes), Recurrentes (series temporales) y Transformers (lenguaje).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057275" y="4243387"/>
            <a:ext cx="10553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Aprendizaje: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Proceso de backpropagation para minimizar el error de predicción.</a:t>
            </a:r>
            <a:endParaRPr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33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576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281487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4.2 Redes Neuronales (RN)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33525"/>
            <a:ext cx="11029950" cy="474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581025" y="4500562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 Redes Neuronales Profundas han superado la capacidad humana en tareas específicas de clasificación de patrones complejos.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Impacto de RN en la Industria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81250"/>
            <a:ext cx="52768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581025" y="2381250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Percepción Visual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581025" y="2981325"/>
            <a:ext cx="5276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Permite a las máquinas "extraer" información de imágenes y videos. Involucra segmentación de objetos y reconocimiento de patrones.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81025" y="3981450"/>
            <a:ext cx="5276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Aplicaciones:</a:t>
            </a:r>
            <a:endParaRPr/>
          </a:p>
        </p:txBody>
      </p:sp>
      <p:pic>
        <p:nvPicPr>
          <p:cNvPr id="161" name="Google Shape;16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3175" y="2400300"/>
            <a:ext cx="52387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47725" y="4419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62025" y="441960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Vehículos Autónomos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47725" y="4705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62025" y="470535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Vigilancia Inteligente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47725" y="4991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62025" y="499110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Inspección Industrial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4.3 Visión Artificial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14450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48100"/>
            <a:ext cx="527685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334125" y="2486025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Razonamiento Aproximado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6334125" y="308610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Maneja la incertidumbre mediante grados de membresía en lugar de valores binarios (0 o 1).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6334125" y="461010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Ideal para sistemas de control como aires acondicionados y frenos ABS.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2550" y="2038350"/>
            <a:ext cx="373380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8501" y="4076700"/>
            <a:ext cx="144809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4.4 Lógica Difusa (Fuzzy Logic)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5698"/>
            <a:ext cx="6576119" cy="281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42894" y="2495698"/>
            <a:ext cx="4168080" cy="281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71525" y="2686198"/>
            <a:ext cx="6504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Conceptos y Apps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771525" y="3286273"/>
            <a:ext cx="61951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Interacción humano-computadora mediante lenguaje natural. Involucra análisis sintáctico y semántico.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71525" y="4000648"/>
            <a:ext cx="619511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Actualidad: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Modelos fundacionales multimodales que traducen y razonan en tiempo real.</a:t>
            </a:r>
            <a:endParaRPr/>
          </a:p>
        </p:txBody>
      </p:sp>
      <p:pic>
        <p:nvPicPr>
          <p:cNvPr id="194" name="Google Shape;19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61944" y="2514748"/>
            <a:ext cx="4129980" cy="278085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4.5 Procesamiento de Lenguaje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4625"/>
            <a:ext cx="52768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14625"/>
            <a:ext cx="52768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971550" y="310515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Motor de Inferencia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971550" y="3705225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Emulan el comportamiento de un experto humano. Utilizan bases de conocimiento y reglas lógicas para resolver problemas específicos.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24650" y="310515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Clasificación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724650" y="3705225"/>
            <a:ext cx="449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Reglas (If-Then):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Lógica deductiva pura.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Casos (CBR):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Resolución basada en analogías de problemas previos.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4.6 Sistemas Expertos (SE)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3035617" y="2019300"/>
            <a:ext cx="612076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2190114" y="3162300"/>
            <a:ext cx="781177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Las técnicas de IA no operan de forma aislada; la robótica necesita visión, los sistemas expertos necesitan PLN y todos se benefician de las Redes Neuronales. Estamos en la era de la convergencia tecnológica.</a:t>
            </a:r>
            <a:endParaRPr dirty="0"/>
          </a:p>
        </p:txBody>
      </p:sp>
      <p:pic>
        <p:nvPicPr>
          <p:cNvPr id="242" name="Google Shape;24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1562" y="46386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581025" y="236696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81025" y="3138487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81025" y="3910012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81025" y="31289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81025" y="31289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81025" y="390048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81025" y="467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81025" y="467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1676400" y="251698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https://www.hyundaimotorgroup.com/image/upload/asset_library/MDA00000000000073682/dd5cc05ed8794c118c0c9b74fe6ee9dd.jpg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1676400" y="275034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www.hyundaimotorgroup.com</a:t>
            </a:r>
            <a:endParaRPr/>
          </a:p>
        </p:txBody>
      </p:sp>
      <p:pic>
        <p:nvPicPr>
          <p:cNvPr id="260" name="Google Shape;26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1676400" y="328850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https://png.pngtree.com/thumb_back/fw800/background/20251128/pngtree-augmented-reality-navigation-overlay-on-a-city-street-with-car-dashboard-image_20629547.webp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676400" y="352186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76400" y="4060031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https://www.mdpi.com/axioms/axioms-14-00196/article_deploy/html/images/axioms-14-00196-g009-550.jpg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76400" y="4293393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/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76400" y="4831556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https://miro.medium.com/v2/resize:fit:1400/1*-_2syaJ6sVmRHEQW_UGvpw.png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76400" y="5064918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pub.towardsai.net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581025" y="581025"/>
            <a:ext cx="57150" cy="571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1944</TotalTime>
  <Words>570</Words>
  <Application>Microsoft Office PowerPoint</Application>
  <PresentationFormat>Panorámica</PresentationFormat>
  <Paragraphs>58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Poppins</vt:lpstr>
      <vt:lpstr>Arial</vt:lpstr>
      <vt:lpstr>Lato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Aldrich Humberto Irena Ramirez</cp:lastModifiedBy>
  <cp:revision>2</cp:revision>
  <dcterms:modified xsi:type="dcterms:W3CDTF">2026-03-24T03:45:51Z</dcterms:modified>
</cp:coreProperties>
</file>