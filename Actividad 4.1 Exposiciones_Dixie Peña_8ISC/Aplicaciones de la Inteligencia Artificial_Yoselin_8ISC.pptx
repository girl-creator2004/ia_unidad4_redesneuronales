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822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6313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277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094852" y="922956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2519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162137" y="2819326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607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4189237" y="8749186"/>
            <a:ext cx="503555" cy="0"/>
          </a:xfrm>
          <a:custGeom>
            <a:avLst/>
            <a:gdLst/>
            <a:ahLst/>
            <a:cxnLst/>
            <a:rect l="l" t="t" r="r" b="b"/>
            <a:pathLst>
              <a:path w="503555">
                <a:moveTo>
                  <a:pt x="0" y="0"/>
                </a:moveTo>
                <a:lnTo>
                  <a:pt x="503387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6313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6313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6313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30260" y="613448"/>
            <a:ext cx="8116569" cy="682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6313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49129" y="648885"/>
            <a:ext cx="1454785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spc="254" dirty="0">
                <a:solidFill>
                  <a:srgbClr val="3B5291"/>
                </a:solidFill>
                <a:latin typeface="Arial"/>
                <a:cs typeface="Arial"/>
              </a:rPr>
              <a:t>tectio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90" dirty="0">
                <a:solidFill>
                  <a:srgbClr val="3B5291"/>
                </a:solidFill>
              </a:rPr>
              <a:t>Models</a:t>
            </a:r>
            <a:r>
              <a:rPr spc="-100" dirty="0">
                <a:solidFill>
                  <a:srgbClr val="3B5291"/>
                </a:solidFill>
              </a:rPr>
              <a:t> </a:t>
            </a:r>
            <a:r>
              <a:rPr spc="195" dirty="0"/>
              <a:t>and</a:t>
            </a:r>
            <a:r>
              <a:rPr spc="400" dirty="0"/>
              <a:t> </a:t>
            </a:r>
            <a:r>
              <a:rPr spc="215" dirty="0"/>
              <a:t>their</a:t>
            </a:r>
            <a:r>
              <a:rPr spc="-55" dirty="0"/>
              <a:t> </a:t>
            </a:r>
            <a:r>
              <a:rPr spc="260" dirty="0"/>
              <a:t>Real-world</a:t>
            </a:r>
            <a:r>
              <a:rPr spc="150" dirty="0"/>
              <a:t> </a:t>
            </a:r>
            <a:r>
              <a:rPr sz="4300" spc="-615" dirty="0"/>
              <a:t>APF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3904786" y="8886112"/>
            <a:ext cx="1447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i="1" spc="-95" dirty="0">
                <a:solidFill>
                  <a:srgbClr val="B88711"/>
                </a:solidFill>
                <a:latin typeface="Arial"/>
                <a:cs typeface="Arial"/>
              </a:rPr>
              <a:t>_I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6599555"/>
            <a:chOff x="0" y="0"/>
            <a:chExt cx="20104100" cy="6599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52" cy="37643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803701"/>
              <a:ext cx="20104052" cy="9056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748699"/>
              <a:ext cx="20104052" cy="9056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693697"/>
              <a:ext cx="20104052" cy="90562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944136" y="3917001"/>
            <a:ext cx="2172970" cy="2208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0"/>
              </a:spcBef>
            </a:pPr>
            <a:r>
              <a:rPr sz="1900" spc="-300" dirty="0">
                <a:solidFill>
                  <a:srgbClr val="03051A"/>
                </a:solidFill>
                <a:latin typeface="Arial"/>
                <a:cs typeface="Arial"/>
              </a:rPr>
              <a:t>95%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900" spc="-300" dirty="0">
                <a:solidFill>
                  <a:srgbClr val="03051A"/>
                </a:solidFill>
                <a:latin typeface="Arial"/>
                <a:cs typeface="Arial"/>
              </a:rPr>
              <a:t>82%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900">
              <a:latin typeface="Arial"/>
              <a:cs typeface="Arial"/>
            </a:endParaRPr>
          </a:p>
          <a:p>
            <a:pPr marR="117475" algn="ctr">
              <a:lnSpc>
                <a:spcPct val="100000"/>
              </a:lnSpc>
              <a:spcBef>
                <a:spcPts val="5"/>
              </a:spcBef>
            </a:pPr>
            <a:r>
              <a:rPr sz="1900" spc="-300" dirty="0">
                <a:solidFill>
                  <a:srgbClr val="03051A"/>
                </a:solidFill>
                <a:latin typeface="Arial"/>
                <a:cs typeface="Arial"/>
              </a:rPr>
              <a:t>88%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2951" y="6742756"/>
            <a:ext cx="2247900" cy="349250"/>
          </a:xfrm>
          <a:prstGeom prst="rect">
            <a:avLst/>
          </a:prstGeom>
          <a:solidFill>
            <a:srgbClr val="030516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F2F7F6"/>
                </a:solidFill>
                <a:latin typeface="Arial"/>
                <a:cs typeface="Arial"/>
              </a:rPr>
              <a:t>Sistemas</a:t>
            </a:r>
            <a:r>
              <a:rPr sz="2000" spc="260" dirty="0">
                <a:solidFill>
                  <a:srgbClr val="F2F7F6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F2F7F6"/>
                </a:solidFill>
                <a:latin typeface="Arial"/>
                <a:cs typeface="Arial"/>
              </a:rPr>
              <a:t>Expertos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48162" y="6751993"/>
            <a:ext cx="5480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55" dirty="0">
                <a:solidFill>
                  <a:srgbClr val="03051A"/>
                </a:solidFill>
                <a:latin typeface="Arial"/>
                <a:cs typeface="Arial"/>
              </a:rPr>
              <a:t>65%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18</Words>
  <Application>Microsoft Office PowerPoint</Application>
  <PresentationFormat>Personalizado</PresentationFormat>
  <Paragraphs>12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Models and their Real-world APF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Gleysi Yoselin Escobedo López</dc:creator>
  <cp:lastModifiedBy>Gleysi Yoselin Escobedo López</cp:lastModifiedBy>
  <cp:revision>1</cp:revision>
  <dcterms:created xsi:type="dcterms:W3CDTF">2026-03-26T00:29:53Z</dcterms:created>
  <dcterms:modified xsi:type="dcterms:W3CDTF">2026-03-26T00:32:27Z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LastSaved">
    <vt:filetime>2026-03-26T00:00:00Z</vt:filetime>
  </property>
</Properties>
</file>