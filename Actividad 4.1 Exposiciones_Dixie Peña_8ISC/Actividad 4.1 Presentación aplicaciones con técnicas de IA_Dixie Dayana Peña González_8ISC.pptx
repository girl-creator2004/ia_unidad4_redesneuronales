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77600"/>
            <a:chOff x="0" y="0"/>
            <a:chExt cx="20104100" cy="1127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277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357916" y="5733069"/>
              <a:ext cx="0" cy="1276350"/>
            </a:xfrm>
            <a:custGeom>
              <a:avLst/>
              <a:gdLst/>
              <a:ahLst/>
              <a:cxnLst/>
              <a:rect l="l" t="t" r="r" b="b"/>
              <a:pathLst>
                <a:path w="0" h="1276350">
                  <a:moveTo>
                    <a:pt x="0" y="692998"/>
                  </a:moveTo>
                  <a:lnTo>
                    <a:pt x="0" y="0"/>
                  </a:lnTo>
                </a:path>
                <a:path w="0" h="1276350">
                  <a:moveTo>
                    <a:pt x="0" y="1275746"/>
                  </a:moveTo>
                  <a:lnTo>
                    <a:pt x="0" y="929247"/>
                  </a:lnTo>
                </a:path>
              </a:pathLst>
            </a:custGeom>
            <a:ln w="7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8043298" y="6591442"/>
              <a:ext cx="267970" cy="0"/>
            </a:xfrm>
            <a:custGeom>
              <a:avLst/>
              <a:gdLst/>
              <a:ahLst/>
              <a:cxnLst/>
              <a:rect l="l" t="t" r="r" b="b"/>
              <a:pathLst>
                <a:path w="267969" h="0">
                  <a:moveTo>
                    <a:pt x="0" y="0"/>
                  </a:moveTo>
                  <a:lnTo>
                    <a:pt x="267424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1490590" y="4716311"/>
            <a:ext cx="12509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00" spc="-50" i="1">
                <a:solidFill>
                  <a:srgbClr val="7E7E7E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84718" y="5342372"/>
            <a:ext cx="136525" cy="4133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550" spc="-50">
                <a:solidFill>
                  <a:srgbClr val="2D2D54"/>
                </a:solidFill>
                <a:latin typeface="Times New Roman"/>
                <a:cs typeface="Times New Roman"/>
              </a:rPr>
              <a:t>-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20651" y="6480306"/>
            <a:ext cx="340995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-16081" sz="2850" spc="195" i="1">
                <a:solidFill>
                  <a:srgbClr val="3F413D"/>
                </a:solidFill>
                <a:latin typeface="Times New Roman"/>
                <a:cs typeface="Times New Roman"/>
              </a:rPr>
              <a:t>.</a:t>
            </a:r>
            <a:r>
              <a:rPr dirty="0" sz="1650" spc="-100">
                <a:solidFill>
                  <a:srgbClr val="3F413D"/>
                </a:solidFill>
                <a:latin typeface="Times New Roman"/>
                <a:cs typeface="Times New Roman"/>
              </a:rPr>
              <a:t>.</a:t>
            </a:r>
            <a:r>
              <a:rPr dirty="0" baseline="8680" sz="2400" spc="-697">
                <a:solidFill>
                  <a:srgbClr val="2F2F2A"/>
                </a:solidFill>
                <a:latin typeface="Times New Roman"/>
                <a:cs typeface="Times New Roman"/>
              </a:rPr>
              <a:t>.</a:t>
            </a:r>
            <a:r>
              <a:rPr dirty="0" sz="1650" spc="-155">
                <a:solidFill>
                  <a:srgbClr val="3F413D"/>
                </a:solidFill>
                <a:latin typeface="Times New Roman"/>
                <a:cs typeface="Times New Roman"/>
              </a:rPr>
              <a:t>.</a:t>
            </a:r>
            <a:r>
              <a:rPr dirty="0" baseline="8680" sz="2400" spc="-600">
                <a:solidFill>
                  <a:srgbClr val="2F2F2A"/>
                </a:solidFill>
                <a:latin typeface="Times New Roman"/>
                <a:cs typeface="Times New Roman"/>
              </a:rPr>
              <a:t>.</a:t>
            </a:r>
            <a:r>
              <a:rPr dirty="0" sz="1650" spc="-204">
                <a:solidFill>
                  <a:srgbClr val="3F413D"/>
                </a:solidFill>
                <a:latin typeface="Times New Roman"/>
                <a:cs typeface="Times New Roman"/>
              </a:rPr>
              <a:t>.</a:t>
            </a:r>
            <a:r>
              <a:rPr dirty="0" baseline="8680" sz="2400" spc="-525">
                <a:solidFill>
                  <a:srgbClr val="2F2F2A"/>
                </a:solidFill>
                <a:latin typeface="Times New Roman"/>
                <a:cs typeface="Times New Roman"/>
              </a:rPr>
              <a:t>.</a:t>
            </a:r>
            <a:r>
              <a:rPr dirty="0" sz="1650" spc="-260">
                <a:solidFill>
                  <a:srgbClr val="3F413D"/>
                </a:solidFill>
                <a:latin typeface="Times New Roman"/>
                <a:cs typeface="Times New Roman"/>
              </a:rPr>
              <a:t>.</a:t>
            </a:r>
            <a:r>
              <a:rPr dirty="0" baseline="8680" sz="2400" spc="-434">
                <a:solidFill>
                  <a:srgbClr val="2F2F2A"/>
                </a:solidFill>
                <a:latin typeface="Times New Roman"/>
                <a:cs typeface="Times New Roman"/>
              </a:rPr>
              <a:t>.</a:t>
            </a:r>
            <a:r>
              <a:rPr dirty="0" sz="1650" spc="-315">
                <a:solidFill>
                  <a:srgbClr val="3F413D"/>
                </a:solidFill>
                <a:latin typeface="Times New Roman"/>
                <a:cs typeface="Times New Roman"/>
              </a:rPr>
              <a:t>.</a:t>
            </a:r>
            <a:r>
              <a:rPr dirty="0" baseline="8680" sz="2400" spc="-337">
                <a:solidFill>
                  <a:srgbClr val="2F2F2A"/>
                </a:solidFill>
                <a:latin typeface="Times New Roman"/>
                <a:cs typeface="Times New Roman"/>
              </a:rPr>
              <a:t>.</a:t>
            </a:r>
            <a:r>
              <a:rPr dirty="0" sz="1650" spc="-75">
                <a:solidFill>
                  <a:srgbClr val="3F413D"/>
                </a:solidFill>
                <a:latin typeface="Times New Roman"/>
                <a:cs typeface="Times New Roman"/>
              </a:rPr>
              <a:t>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79387" y="6681118"/>
            <a:ext cx="31369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10" i="1">
                <a:solidFill>
                  <a:srgbClr val="5E5E5D"/>
                </a:solidFill>
                <a:latin typeface="Arial"/>
                <a:cs typeface="Arial"/>
              </a:rPr>
              <a:t>:</a:t>
            </a:r>
            <a:r>
              <a:rPr dirty="0" sz="850" spc="-10" i="1">
                <a:solidFill>
                  <a:srgbClr val="7E7E7E"/>
                </a:solidFill>
                <a:latin typeface="Arial"/>
                <a:cs typeface="Arial"/>
              </a:rPr>
              <a:t>:::</a:t>
            </a:r>
            <a:r>
              <a:rPr dirty="0" sz="850" spc="-10" i="1">
                <a:solidFill>
                  <a:srgbClr val="3F413D"/>
                </a:solidFill>
                <a:latin typeface="Arial"/>
                <a:cs typeface="Arial"/>
              </a:rPr>
              <a:t>::::.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40058" y="6751993"/>
            <a:ext cx="33210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30" i="1">
                <a:solidFill>
                  <a:srgbClr val="5E5E5D"/>
                </a:solidFill>
                <a:latin typeface="Arial"/>
                <a:cs typeface="Arial"/>
              </a:rPr>
              <a:t>::::</a:t>
            </a:r>
            <a:r>
              <a:rPr dirty="0" sz="850" spc="30" i="1">
                <a:solidFill>
                  <a:srgbClr val="3F413D"/>
                </a:solidFill>
                <a:latin typeface="Arial"/>
                <a:cs typeface="Arial"/>
              </a:rPr>
              <a:t>.</a:t>
            </a:r>
            <a:r>
              <a:rPr dirty="0" sz="850" spc="-100" i="1">
                <a:solidFill>
                  <a:srgbClr val="3F413D"/>
                </a:solidFill>
                <a:latin typeface="Arial"/>
                <a:cs typeface="Arial"/>
              </a:rPr>
              <a:t> </a:t>
            </a:r>
            <a:r>
              <a:rPr dirty="0" sz="850" spc="-20" i="1">
                <a:solidFill>
                  <a:srgbClr val="3F413D"/>
                </a:solidFill>
                <a:latin typeface="Arial"/>
                <a:cs typeface="Arial"/>
              </a:rPr>
              <a:t>::::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62440" y="6677181"/>
            <a:ext cx="367030" cy="285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160">
                <a:solidFill>
                  <a:srgbClr val="898E9C"/>
                </a:solidFill>
                <a:latin typeface="Times New Roman"/>
                <a:cs typeface="Times New Roman"/>
              </a:rPr>
              <a:t>.</a:t>
            </a:r>
            <a:r>
              <a:rPr dirty="0" sz="1700" spc="-160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700" spc="-160">
                <a:solidFill>
                  <a:srgbClr val="5E5E5D"/>
                </a:solidFill>
                <a:latin typeface="Times New Roman"/>
                <a:cs typeface="Times New Roman"/>
              </a:rPr>
              <a:t>....</a:t>
            </a:r>
            <a:r>
              <a:rPr dirty="0" sz="1700" spc="-160">
                <a:latin typeface="Times New Roman"/>
                <a:cs typeface="Times New Roman"/>
              </a:rPr>
              <a:t>.</a:t>
            </a:r>
            <a:r>
              <a:rPr dirty="0" sz="1700" spc="-160">
                <a:solidFill>
                  <a:srgbClr val="3F413D"/>
                </a:solidFill>
                <a:latin typeface="Times New Roman"/>
                <a:cs typeface="Times New Roman"/>
              </a:rPr>
              <a:t>...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57873" y="6700806"/>
            <a:ext cx="173355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155">
                <a:solidFill>
                  <a:srgbClr val="898E9C"/>
                </a:solidFill>
                <a:latin typeface="Arial"/>
                <a:cs typeface="Arial"/>
              </a:rPr>
              <a:t>.</a:t>
            </a:r>
            <a:r>
              <a:rPr dirty="0" sz="1550" spc="-155">
                <a:solidFill>
                  <a:srgbClr val="7E7E7E"/>
                </a:solidFill>
                <a:latin typeface="Arial"/>
                <a:cs typeface="Arial"/>
              </a:rPr>
              <a:t>.</a:t>
            </a:r>
            <a:r>
              <a:rPr dirty="0" sz="1200" spc="-155">
                <a:solidFill>
                  <a:srgbClr val="5E5E5D"/>
                </a:solidFill>
                <a:latin typeface="Arial"/>
                <a:cs typeface="Arial"/>
              </a:rPr>
              <a:t>.</a:t>
            </a:r>
            <a:r>
              <a:rPr dirty="0" sz="1200" spc="-155">
                <a:solidFill>
                  <a:srgbClr val="3F413D"/>
                </a:solidFill>
                <a:latin typeface="Arial"/>
                <a:cs typeface="Arial"/>
              </a:rPr>
              <a:t>.</a:t>
            </a:r>
            <a:r>
              <a:rPr dirty="0" sz="1800" spc="-155">
                <a:solidFill>
                  <a:srgbClr val="2F2F2A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2026-03-27T04:36:59Z</dcterms:created>
  <dcterms:modified xsi:type="dcterms:W3CDTF">2026-03-27T04:36:59Z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2026-03-22T00:00:00Z</vt:filetime>
  </property>
  <property fmtid="{D5CDD505-2E9C-101B-9397-08002B2CF9AE}" pid="3" name="LastSaved">
    <vt:filetime>2026-03-27T00:00:00Z</vt:filetime>
  </property>
</Properties>
</file>