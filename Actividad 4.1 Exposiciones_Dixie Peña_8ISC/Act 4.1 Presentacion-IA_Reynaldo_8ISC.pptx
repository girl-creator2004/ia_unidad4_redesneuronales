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6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1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6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5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3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9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2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387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6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66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6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140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11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51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01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72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34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866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Aplicaciones con Técnicas de Inteligencia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Temas:</a:t>
            </a:r>
          </a:p>
          <a:p>
            <a:r>
              <a:t>• Robótica</a:t>
            </a:r>
          </a:p>
          <a:p>
            <a:r>
              <a:t>• Redes Neuronales</a:t>
            </a:r>
          </a:p>
          <a:p>
            <a:r>
              <a:t>• Visión Artificial</a:t>
            </a:r>
          </a:p>
          <a:p>
            <a:r>
              <a:t>• Lógica Difusa</a:t>
            </a:r>
          </a:p>
          <a:p>
            <a:r>
              <a:t>• Procesamiento de Lenguaje Natural</a:t>
            </a:r>
          </a:p>
          <a:p>
            <a:r>
              <a:t>• Sistemas Expertos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1855591"/>
            <a:ext cx="7429499" cy="354171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000" dirty="0"/>
              <a:t>La </a:t>
            </a:r>
            <a:r>
              <a:rPr sz="2000" dirty="0" err="1"/>
              <a:t>Inteligencia</a:t>
            </a:r>
            <a:r>
              <a:rPr sz="2000" dirty="0"/>
              <a:t> Artificial </a:t>
            </a:r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las </a:t>
            </a:r>
            <a:r>
              <a:rPr sz="2000" dirty="0" err="1"/>
              <a:t>computadoras</a:t>
            </a:r>
            <a:r>
              <a:rPr sz="2000" dirty="0"/>
              <a:t> </a:t>
            </a:r>
            <a:r>
              <a:rPr sz="2000" dirty="0" err="1"/>
              <a:t>realicen</a:t>
            </a:r>
            <a:r>
              <a:rPr sz="2000" dirty="0"/>
              <a:t> </a:t>
            </a:r>
            <a:r>
              <a:rPr sz="2000" dirty="0" err="1"/>
              <a:t>tareas</a:t>
            </a:r>
            <a:r>
              <a:rPr sz="2000" dirty="0"/>
              <a:t> </a:t>
            </a:r>
            <a:r>
              <a:rPr sz="2000" dirty="0" err="1"/>
              <a:t>que</a:t>
            </a:r>
            <a:r>
              <a:rPr sz="2000" dirty="0"/>
              <a:t> </a:t>
            </a:r>
            <a:r>
              <a:rPr sz="2000" dirty="0" err="1"/>
              <a:t>normalmente</a:t>
            </a:r>
            <a:r>
              <a:rPr sz="2000" dirty="0"/>
              <a:t> </a:t>
            </a:r>
            <a:r>
              <a:rPr sz="2000" dirty="0" err="1"/>
              <a:t>requieren</a:t>
            </a:r>
            <a:r>
              <a:rPr sz="2000" dirty="0"/>
              <a:t> </a:t>
            </a:r>
            <a:r>
              <a:rPr sz="2000" dirty="0" err="1"/>
              <a:t>inteligencia</a:t>
            </a:r>
            <a:r>
              <a:rPr sz="2000" dirty="0"/>
              <a:t> humana.</a:t>
            </a:r>
            <a:r>
              <a:rPr lang="es-MX" sz="2000" dirty="0"/>
              <a:t> </a:t>
            </a:r>
            <a:r>
              <a:rPr sz="2000" dirty="0" err="1"/>
              <a:t>Estas</a:t>
            </a:r>
            <a:r>
              <a:rPr sz="2000" dirty="0"/>
              <a:t> </a:t>
            </a:r>
            <a:r>
              <a:rPr sz="2000" dirty="0" err="1"/>
              <a:t>incluyen</a:t>
            </a:r>
            <a:r>
              <a:rPr sz="2000" dirty="0"/>
              <a:t> </a:t>
            </a:r>
            <a:r>
              <a:rPr sz="2000" dirty="0" err="1"/>
              <a:t>aprender</a:t>
            </a:r>
            <a:r>
              <a:rPr sz="2000" dirty="0"/>
              <a:t>, </a:t>
            </a:r>
            <a:r>
              <a:rPr sz="2000" dirty="0" err="1"/>
              <a:t>analizar</a:t>
            </a:r>
            <a:r>
              <a:rPr sz="2000" dirty="0"/>
              <a:t> </a:t>
            </a:r>
            <a:r>
              <a:rPr sz="2000" dirty="0" err="1"/>
              <a:t>información</a:t>
            </a:r>
            <a:r>
              <a:rPr sz="2000" dirty="0"/>
              <a:t> y </a:t>
            </a:r>
            <a:r>
              <a:rPr sz="2000" dirty="0" err="1"/>
              <a:t>tomar</a:t>
            </a:r>
            <a:r>
              <a:rPr sz="2000" dirty="0"/>
              <a:t> </a:t>
            </a:r>
            <a:r>
              <a:rPr sz="2000" dirty="0" err="1"/>
              <a:t>decisiones</a:t>
            </a:r>
            <a:r>
              <a:rPr sz="2000" dirty="0"/>
              <a:t>.</a:t>
            </a:r>
            <a:r>
              <a:rPr lang="es-MX" sz="2000" dirty="0"/>
              <a:t> Gracias a los avances tecnológicos, la IA se ha integrado en diversos campos como la industria, la medicina, la educación, la seguridad y el comercio. Por ello, el estudio de estas aplicaciones resulta fundamental para comprender el impacto que tiene la IA en el desarrollo tecnológico y en la vida cotidiana.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dirty="0"/>
              <a:t>El estudio de las aplicaciones de la Inteligencia Artificial es importante porque permite comprender cómo las tecnologías inteligentes están transformando diferentes sectores de la sociedad. Actualmente, muchas empresas e instituciones utilizan sistemas basados en IA para mejorar procesos, automatizar tareas y analizar grandes cantidades de información de manera eficiente.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Robótica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La robótica es una rama de la tecnología y de la Inteligencia Artificial que se encarga del diseño, construcción, programación y uso de robots capaces de realizar tareas de forma automática o semiautomática.</a:t>
            </a:r>
            <a:endParaRPr dirty="0"/>
          </a:p>
          <a:p>
            <a:r>
              <a:rPr dirty="0"/>
              <a:t>Los robots </a:t>
            </a:r>
            <a:r>
              <a:rPr dirty="0" err="1"/>
              <a:t>pueden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Percibir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entorno</a:t>
            </a:r>
            <a:endParaRPr dirty="0"/>
          </a:p>
          <a:p>
            <a:r>
              <a:rPr dirty="0"/>
              <a:t>• </a:t>
            </a:r>
            <a:r>
              <a:rPr dirty="0" err="1"/>
              <a:t>Procesar</a:t>
            </a:r>
            <a:r>
              <a:rPr dirty="0"/>
              <a:t> </a:t>
            </a:r>
            <a:r>
              <a:rPr dirty="0" err="1"/>
              <a:t>información</a:t>
            </a:r>
            <a:endParaRPr dirty="0"/>
          </a:p>
          <a:p>
            <a:r>
              <a:rPr dirty="0"/>
              <a:t>•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acciones</a:t>
            </a:r>
            <a:r>
              <a:rPr dirty="0"/>
              <a:t> </a:t>
            </a:r>
            <a:r>
              <a:rPr dirty="0" err="1"/>
              <a:t>automáticamente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4.1.1 Conceptos básicos de Robótica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452" y="2097088"/>
            <a:ext cx="7568108" cy="3952020"/>
          </a:xfrm>
        </p:spPr>
        <p:txBody>
          <a:bodyPr>
            <a:normAutofit fontScale="25000" lnSpcReduction="20000"/>
          </a:bodyPr>
          <a:lstStyle/>
          <a:p>
            <a:r>
              <a:rPr lang="es-MX" sz="4300" dirty="0"/>
              <a:t>Los </a:t>
            </a:r>
            <a:r>
              <a:rPr lang="es-MX" sz="4300" b="1" dirty="0"/>
              <a:t>conceptos básicos de la robótica</a:t>
            </a:r>
            <a:r>
              <a:rPr lang="es-MX" sz="4300" dirty="0"/>
              <a:t> son los elementos fundamentales que permiten entender cómo funcionan los robots y cómo interactúan con su entorno.</a:t>
            </a:r>
          </a:p>
          <a:p>
            <a:r>
              <a:rPr lang="es-MX" sz="4300" b="1" dirty="0"/>
              <a:t>1. Robot</a:t>
            </a:r>
          </a:p>
          <a:p>
            <a:r>
              <a:rPr lang="es-MX" sz="4300" dirty="0"/>
              <a:t>Es una máquina programable diseñada para realizar tareas automáticamente o con poca intervención humana. Los robots pueden seguir instrucciones específicas y adaptarse a diferentes situaciones.</a:t>
            </a:r>
          </a:p>
          <a:p>
            <a:r>
              <a:rPr lang="es-MX" sz="4300" b="1" dirty="0"/>
              <a:t>2. Sensor</a:t>
            </a:r>
          </a:p>
          <a:p>
            <a:r>
              <a:rPr lang="es-MX" sz="4300" dirty="0"/>
              <a:t>Es un dispositivo que permite al robot </a:t>
            </a:r>
            <a:r>
              <a:rPr lang="es-MX" sz="4300" b="1" dirty="0"/>
              <a:t>percibir información del entorno</a:t>
            </a:r>
            <a:r>
              <a:rPr lang="es-MX" sz="4300" dirty="0"/>
              <a:t>, como luz, temperatura, distancia, sonido o movimiento. Los sensores ayudan al robot a detectar lo que sucede a su alrededor.</a:t>
            </a:r>
          </a:p>
          <a:p>
            <a:r>
              <a:rPr lang="es-MX" sz="4300" b="1" dirty="0"/>
              <a:t>3. Actuador</a:t>
            </a:r>
          </a:p>
          <a:p>
            <a:r>
              <a:rPr lang="es-MX" sz="4300" dirty="0"/>
              <a:t>Es el mecanismo que permite al robot </a:t>
            </a:r>
            <a:r>
              <a:rPr lang="es-MX" sz="4300" b="1" dirty="0"/>
              <a:t>realizar movimientos o acciones físicas</a:t>
            </a:r>
            <a:r>
              <a:rPr lang="es-MX" sz="4300" dirty="0"/>
              <a:t>, como mover brazos, ruedas o herramientas. Los motores eléctricos son un ejemplo común de actuadores.</a:t>
            </a:r>
          </a:p>
          <a:p>
            <a:r>
              <a:rPr lang="es-MX" sz="4300" b="1" dirty="0"/>
              <a:t>4. Controlador</a:t>
            </a:r>
          </a:p>
          <a:p>
            <a:r>
              <a:rPr lang="es-MX" sz="4300" dirty="0"/>
              <a:t>Es el </a:t>
            </a:r>
            <a:r>
              <a:rPr lang="es-MX" sz="4300" b="1" dirty="0"/>
              <a:t>sistema que procesa la información</a:t>
            </a:r>
            <a:r>
              <a:rPr lang="es-MX" sz="4300" dirty="0"/>
              <a:t> recibida por los sensores y toma decisiones sobre las acciones que debe realizar el robot. Generalmente está formado por un microcontrolador o computadora.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4.1.2 Clasificación de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Tipos de robots:</a:t>
            </a:r>
          </a:p>
          <a:p>
            <a:r>
              <a:t>• Robots industriales</a:t>
            </a:r>
          </a:p>
          <a:p>
            <a:r>
              <a:t>• Robots de servicio</a:t>
            </a:r>
          </a:p>
          <a:p>
            <a:r>
              <a:t>• Robots móviles</a:t>
            </a:r>
          </a:p>
          <a:p>
            <a:r>
              <a:t>• Robots humanoides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4.1.3 Aplicaciones de la Robótica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Aplicaciones actuales:</a:t>
            </a:r>
          </a:p>
          <a:p>
            <a:r>
              <a:t>• Industria automotriz</a:t>
            </a:r>
          </a:p>
          <a:p>
            <a:r>
              <a:t>• Cirugía robótica</a:t>
            </a:r>
          </a:p>
          <a:p>
            <a:r>
              <a:t>• Exploración espacial</a:t>
            </a:r>
          </a:p>
          <a:p>
            <a:r>
              <a:t>• Robots de rescate</a:t>
            </a:r>
          </a:p>
          <a:p>
            <a:r>
              <a:t>• Asistencia médica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Redes Neuronales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Las redes neuronales artificiales son modelos inspirados en el cerebro humano.</a:t>
            </a:r>
          </a:p>
          <a:p>
            <a:endParaRPr/>
          </a:p>
          <a:p>
            <a:r>
              <a:t>Están formadas por neuronas artificiales conectadas que permiten:</a:t>
            </a:r>
          </a:p>
          <a:p>
            <a:r>
              <a:t>• Aprender patrones</a:t>
            </a:r>
          </a:p>
          <a:p>
            <a:r>
              <a:t>• Analizar datos</a:t>
            </a:r>
          </a:p>
          <a:p>
            <a:r>
              <a:t>• Realizar predicciones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4.2.1 Conceptos básicos 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importantes:</a:t>
            </a:r>
          </a:p>
          <a:p>
            <a:r>
              <a:t>• Neuronas artificiales</a:t>
            </a:r>
          </a:p>
          <a:p>
            <a:r>
              <a:t>• Capas de entrada, ocultas y salida</a:t>
            </a:r>
          </a:p>
          <a:p>
            <a:r>
              <a:t>• Pesos sinápticos</a:t>
            </a:r>
          </a:p>
          <a:p>
            <a:r>
              <a:t>• Proceso de entrenamiento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4.2.2 Clasificación de 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Tipos de redes neuronales:</a:t>
            </a:r>
          </a:p>
          <a:p>
            <a:r>
              <a:t>• Feedforward</a:t>
            </a:r>
          </a:p>
          <a:p>
            <a:r>
              <a:t>• Recurrentes</a:t>
            </a:r>
          </a:p>
          <a:p>
            <a:r>
              <a:t>• Convolucionales (CNN)</a:t>
            </a:r>
          </a:p>
          <a:p>
            <a:r>
              <a:t>• Deep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4.2.3 Aplicaciones 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Usos actuales:</a:t>
            </a:r>
          </a:p>
          <a:p>
            <a:r>
              <a:t>• Reconocimiento facial</a:t>
            </a:r>
          </a:p>
          <a:p>
            <a:r>
              <a:t>• Diagnóstico médico</a:t>
            </a:r>
          </a:p>
          <a:p>
            <a:r>
              <a:t>• Vehículos autónomos</a:t>
            </a:r>
          </a:p>
          <a:p>
            <a:r>
              <a:t>• Sistemas de recomendación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 Visión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Permite a las computadoras interpretar imágenes y videos.</a:t>
            </a:r>
          </a:p>
          <a:p>
            <a:endParaRPr/>
          </a:p>
          <a:p>
            <a:r>
              <a:t>Utiliza:</a:t>
            </a:r>
          </a:p>
          <a:p>
            <a:r>
              <a:t>• Cámaras</a:t>
            </a:r>
          </a:p>
          <a:p>
            <a:r>
              <a:t>• Procesamiento de imágenes</a:t>
            </a:r>
          </a:p>
          <a:p>
            <a:r>
              <a:t>• Inteligencia Artificial</a:t>
            </a:r>
          </a:p>
          <a:p>
            <a:r>
              <a:t>• Reconocimiento de patrones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4.3.2 Aplicaciones Visión Artificial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Aplicaciones:</a:t>
            </a:r>
          </a:p>
          <a:p>
            <a:r>
              <a:t>• Reconocimiento facial</a:t>
            </a:r>
          </a:p>
          <a:p>
            <a:r>
              <a:t>• Diagnóstico médico</a:t>
            </a:r>
          </a:p>
          <a:p>
            <a:r>
              <a:t>• Vehículos autónomos</a:t>
            </a:r>
          </a:p>
          <a:p>
            <a:r>
              <a:t>• Seguridad y vigilancia</a:t>
            </a:r>
          </a:p>
          <a:p>
            <a:r>
              <a:t>• Control de calidad industrial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 Lógica Difusa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La lógica difusa permite trabajar con información imprecisa.</a:t>
            </a:r>
          </a:p>
          <a:p>
            <a:endParaRPr/>
          </a:p>
          <a:p>
            <a:r>
              <a:t>Características:</a:t>
            </a:r>
          </a:p>
          <a:p>
            <a:r>
              <a:t>• Valores entre 0 y 1</a:t>
            </a:r>
          </a:p>
          <a:p>
            <a:r>
              <a:t>• Uso de reglas SI – ENTONCES</a:t>
            </a:r>
          </a:p>
          <a:p>
            <a:r>
              <a:t>• Simula razonamiento humano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4.4.2 Aplicaciones Lógica Difusa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utiliza en:</a:t>
            </a:r>
          </a:p>
          <a:p>
            <a:r>
              <a:t>• Electrodomésticos inteligentes</a:t>
            </a:r>
          </a:p>
          <a:p>
            <a:r>
              <a:t>• Sistemas de control</a:t>
            </a:r>
          </a:p>
          <a:p>
            <a:r>
              <a:t>• Automóviles</a:t>
            </a:r>
          </a:p>
          <a:p>
            <a:r>
              <a:t>• Control de tráfico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 Procesamiento de Lenguaje Natural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Permite que las computadoras comprendan el lenguaje humano.</a:t>
            </a:r>
          </a:p>
          <a:p>
            <a:endParaRPr/>
          </a:p>
          <a:p>
            <a:r>
              <a:t>Combina:</a:t>
            </a:r>
          </a:p>
          <a:p>
            <a:r>
              <a:t>• Lingüística computacional</a:t>
            </a:r>
          </a:p>
          <a:p>
            <a:r>
              <a:t>• Inteligencia Artificial</a:t>
            </a:r>
          </a:p>
          <a:p>
            <a:r>
              <a:t>• Aprendizaje automático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4.5.2 Aplicaciones PLN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Aplicaciones principales:</a:t>
            </a:r>
          </a:p>
          <a:p>
            <a:r>
              <a:t>• Chatbots</a:t>
            </a:r>
          </a:p>
          <a:p>
            <a:r>
              <a:t>• Traducción automática</a:t>
            </a:r>
          </a:p>
          <a:p>
            <a:r>
              <a:t>• Asistentes virtuales</a:t>
            </a:r>
          </a:p>
          <a:p>
            <a:r>
              <a:t>• Reconocimiento de voz</a:t>
            </a:r>
          </a:p>
          <a:p>
            <a:r>
              <a:t>• Motores de búsqueda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 Sistemas Expertos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Los sistemas expertos imitan el conocimiento de un especialista humano.</a:t>
            </a:r>
          </a:p>
          <a:p>
            <a:endParaRPr/>
          </a:p>
          <a:p>
            <a:r>
              <a:t>Componentes:</a:t>
            </a:r>
          </a:p>
          <a:p>
            <a:r>
              <a:t>• Base de conocimiento</a:t>
            </a:r>
          </a:p>
          <a:p>
            <a:r>
              <a:t>• Motor de inferencia</a:t>
            </a:r>
          </a:p>
          <a:p>
            <a:r>
              <a:t>• Interfaz de usuario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4.6.2 Clasificación 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Tipos:</a:t>
            </a:r>
          </a:p>
          <a:p>
            <a:r>
              <a:t>• Sistemas basados en reglas</a:t>
            </a:r>
          </a:p>
          <a:p>
            <a:r>
              <a:t>• Basados en conocimiento</a:t>
            </a:r>
          </a:p>
          <a:p>
            <a:r>
              <a:t>• Basados en casos</a:t>
            </a:r>
          </a:p>
          <a:p>
            <a:r>
              <a:t>• Sistemas híbridos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4.6.3 Aplicaciones 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Aplicaciones:</a:t>
            </a:r>
          </a:p>
          <a:p>
            <a:r>
              <a:t>• Diagnóstico médico</a:t>
            </a:r>
          </a:p>
          <a:p>
            <a:r>
              <a:t>• Sistemas financieros</a:t>
            </a:r>
          </a:p>
          <a:p>
            <a:r>
              <a:t>• Soporte técnico</a:t>
            </a:r>
          </a:p>
          <a:p>
            <a:r>
              <a:t>• Diagnóstico industrial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/>
              <a:t>Las </a:t>
            </a:r>
            <a:r>
              <a:rPr dirty="0" err="1"/>
              <a:t>técnicas</a:t>
            </a:r>
            <a:r>
              <a:rPr dirty="0"/>
              <a:t> de </a:t>
            </a:r>
            <a:r>
              <a:rPr dirty="0" err="1"/>
              <a:t>Inteligencia</a:t>
            </a:r>
            <a:r>
              <a:rPr dirty="0"/>
              <a:t> Artificial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transformando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de la </a:t>
            </a:r>
            <a:r>
              <a:rPr dirty="0" err="1"/>
              <a:t>sociedad</a:t>
            </a:r>
            <a:r>
              <a:rPr dirty="0"/>
              <a:t>.</a:t>
            </a:r>
            <a:r>
              <a:rPr lang="es-MX" dirty="0"/>
              <a:t> </a:t>
            </a:r>
            <a:r>
              <a:rPr dirty="0" err="1"/>
              <a:t>Tecnologías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la </a:t>
            </a:r>
            <a:r>
              <a:rPr dirty="0" err="1"/>
              <a:t>robótica</a:t>
            </a:r>
            <a:r>
              <a:rPr dirty="0"/>
              <a:t>, redes </a:t>
            </a:r>
            <a:r>
              <a:rPr dirty="0" err="1"/>
              <a:t>neuronales</a:t>
            </a:r>
            <a:r>
              <a:rPr dirty="0"/>
              <a:t>, </a:t>
            </a:r>
            <a:r>
              <a:rPr dirty="0" err="1"/>
              <a:t>visión</a:t>
            </a:r>
            <a:r>
              <a:rPr dirty="0"/>
              <a:t> artificial y </a:t>
            </a:r>
            <a:r>
              <a:rPr dirty="0" err="1"/>
              <a:t>procesamiento</a:t>
            </a:r>
            <a:r>
              <a:rPr dirty="0"/>
              <a:t> de </a:t>
            </a:r>
            <a:r>
              <a:rPr dirty="0" err="1"/>
              <a:t>lenguaje</a:t>
            </a:r>
            <a:r>
              <a:rPr dirty="0"/>
              <a:t> natural </a:t>
            </a:r>
            <a:r>
              <a:rPr dirty="0" err="1"/>
              <a:t>permiten</a:t>
            </a:r>
            <a:r>
              <a:rPr dirty="0"/>
              <a:t> </a:t>
            </a:r>
            <a:r>
              <a:rPr dirty="0" err="1"/>
              <a:t>desarrollar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inteligentes</a:t>
            </a:r>
            <a:r>
              <a:rPr dirty="0"/>
              <a:t> </a:t>
            </a:r>
            <a:r>
              <a:rPr dirty="0" err="1"/>
              <a:t>capaces</a:t>
            </a:r>
            <a:r>
              <a:rPr dirty="0"/>
              <a:t> de </a:t>
            </a:r>
            <a:r>
              <a:rPr dirty="0" err="1"/>
              <a:t>aprender</a:t>
            </a:r>
            <a:r>
              <a:rPr dirty="0"/>
              <a:t>, </a:t>
            </a:r>
            <a:r>
              <a:rPr dirty="0" err="1"/>
              <a:t>analizar</a:t>
            </a:r>
            <a:r>
              <a:rPr dirty="0"/>
              <a:t> y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.</a:t>
            </a:r>
            <a:r>
              <a:rPr lang="es-MX" dirty="0"/>
              <a:t> </a:t>
            </a:r>
            <a:r>
              <a:rPr dirty="0"/>
              <a:t>La IA </a:t>
            </a:r>
            <a:r>
              <a:rPr dirty="0" err="1"/>
              <a:t>seguirá</a:t>
            </a:r>
            <a:r>
              <a:rPr dirty="0"/>
              <a:t> </a:t>
            </a:r>
            <a:r>
              <a:rPr dirty="0" err="1"/>
              <a:t>impulsando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avance</a:t>
            </a:r>
            <a:r>
              <a:rPr dirty="0"/>
              <a:t> </a:t>
            </a:r>
            <a:r>
              <a:rPr dirty="0" err="1"/>
              <a:t>tecnológico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futuro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279</TotalTime>
  <Words>798</Words>
  <Application>Microsoft Office PowerPoint</Application>
  <PresentationFormat>Presentación en pantalla (4:3)</PresentationFormat>
  <Paragraphs>129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Tw Cen MT</vt:lpstr>
      <vt:lpstr>Circuito</vt:lpstr>
      <vt:lpstr>Aplicaciones con Técnicas de Inteligencia Artificial</vt:lpstr>
      <vt:lpstr>Introducción</vt:lpstr>
      <vt:lpstr>Justificación</vt:lpstr>
      <vt:lpstr>4.1 Robótica</vt:lpstr>
      <vt:lpstr>4.1.1 Conceptos básicos de Robótica</vt:lpstr>
      <vt:lpstr>4.1.2 Clasificación de Robots</vt:lpstr>
      <vt:lpstr>4.1.3 Aplicaciones de la Robótica</vt:lpstr>
      <vt:lpstr>4.2 Redes Neuronales</vt:lpstr>
      <vt:lpstr>4.2.1 Conceptos básicos RN</vt:lpstr>
      <vt:lpstr>4.2.2 Clasificación de RN</vt:lpstr>
      <vt:lpstr>4.2.3 Aplicaciones RN</vt:lpstr>
      <vt:lpstr>4.3 Visión Artificial</vt:lpstr>
      <vt:lpstr>4.3.2 Aplicaciones Visión Artificial</vt:lpstr>
      <vt:lpstr>4.4 Lógica Difusa</vt:lpstr>
      <vt:lpstr>4.4.2 Aplicaciones Lógica Difusa</vt:lpstr>
      <vt:lpstr>4.5 Procesamiento de Lenguaje Natural</vt:lpstr>
      <vt:lpstr>4.5.2 Aplicaciones PLN</vt:lpstr>
      <vt:lpstr>4.6 Sistemas Expertos</vt:lpstr>
      <vt:lpstr>4.6.2 Clasificación SE</vt:lpstr>
      <vt:lpstr>4.6.3 Aplicaciones SE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con Técnicas de Inteligencia Artificial</dc:title>
  <dc:subject/>
  <dc:creator>LENOVO</dc:creator>
  <cp:keywords/>
  <dc:description>generated using python-pptx</dc:description>
  <cp:lastModifiedBy>Dixie Peña</cp:lastModifiedBy>
  <cp:revision>3</cp:revision>
  <dcterms:created xsi:type="dcterms:W3CDTF">2013-01-27T09:14:16Z</dcterms:created>
  <dcterms:modified xsi:type="dcterms:W3CDTF">2026-03-28T04:26:23Z</dcterms:modified>
  <cp:category/>
</cp:coreProperties>
</file>